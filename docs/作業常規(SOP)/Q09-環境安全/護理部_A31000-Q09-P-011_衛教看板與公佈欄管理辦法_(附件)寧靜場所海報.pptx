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60" d="100"/>
          <a:sy n="60" d="100"/>
        </p:scale>
        <p:origin x="164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3AC1-2AB8-46C8-8492-DCFB67931F32}" type="datetimeFigureOut">
              <a:rPr lang="zh-TW" altLang="en-US" smtClean="0"/>
              <a:t>2024/5/3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E244-6FD6-4701-ADD6-68C726F80F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7538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3AC1-2AB8-46C8-8492-DCFB67931F32}" type="datetimeFigureOut">
              <a:rPr lang="zh-TW" altLang="en-US" smtClean="0"/>
              <a:t>2024/5/3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E244-6FD6-4701-ADD6-68C726F80F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2279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3AC1-2AB8-46C8-8492-DCFB67931F32}" type="datetimeFigureOut">
              <a:rPr lang="zh-TW" altLang="en-US" smtClean="0"/>
              <a:t>2024/5/3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E244-6FD6-4701-ADD6-68C726F80F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9447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3AC1-2AB8-46C8-8492-DCFB67931F32}" type="datetimeFigureOut">
              <a:rPr lang="zh-TW" altLang="en-US" smtClean="0"/>
              <a:t>2024/5/3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E244-6FD6-4701-ADD6-68C726F80F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655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3AC1-2AB8-46C8-8492-DCFB67931F32}" type="datetimeFigureOut">
              <a:rPr lang="zh-TW" altLang="en-US" smtClean="0"/>
              <a:t>2024/5/3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E244-6FD6-4701-ADD6-68C726F80F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720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3AC1-2AB8-46C8-8492-DCFB67931F32}" type="datetimeFigureOut">
              <a:rPr lang="zh-TW" altLang="en-US" smtClean="0"/>
              <a:t>2024/5/3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E244-6FD6-4701-ADD6-68C726F80F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246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3AC1-2AB8-46C8-8492-DCFB67931F32}" type="datetimeFigureOut">
              <a:rPr lang="zh-TW" altLang="en-US" smtClean="0"/>
              <a:t>2024/5/3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E244-6FD6-4701-ADD6-68C726F80F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478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3AC1-2AB8-46C8-8492-DCFB67931F32}" type="datetimeFigureOut">
              <a:rPr lang="zh-TW" altLang="en-US" smtClean="0"/>
              <a:t>2024/5/3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E244-6FD6-4701-ADD6-68C726F80F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163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3AC1-2AB8-46C8-8492-DCFB67931F32}" type="datetimeFigureOut">
              <a:rPr lang="zh-TW" altLang="en-US" smtClean="0"/>
              <a:t>2024/5/3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E244-6FD6-4701-ADD6-68C726F80F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9383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3AC1-2AB8-46C8-8492-DCFB67931F32}" type="datetimeFigureOut">
              <a:rPr lang="zh-TW" altLang="en-US" smtClean="0"/>
              <a:t>2024/5/3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E244-6FD6-4701-ADD6-68C726F80F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5056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3AC1-2AB8-46C8-8492-DCFB67931F32}" type="datetimeFigureOut">
              <a:rPr lang="zh-TW" altLang="en-US" smtClean="0"/>
              <a:t>2024/5/3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FE244-6FD6-4701-ADD6-68C726F80F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4837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13AC1-2AB8-46C8-8492-DCFB67931F32}" type="datetimeFigureOut">
              <a:rPr lang="zh-TW" altLang="en-US" smtClean="0"/>
              <a:t>2024/5/3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FE244-6FD6-4701-ADD6-68C726F80F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5818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00" y="1893000"/>
            <a:ext cx="6120000" cy="61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08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0</Words>
  <Application>Microsoft Office PowerPoint</Application>
  <PresentationFormat>A4 紙張 (210x297 公釐)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>HP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1</cp:revision>
  <dcterms:created xsi:type="dcterms:W3CDTF">2024-05-03T01:15:57Z</dcterms:created>
  <dcterms:modified xsi:type="dcterms:W3CDTF">2024-05-03T01:21:27Z</dcterms:modified>
</cp:coreProperties>
</file>